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AI 智能空气净化器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5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  <a:latin typeface="Microsoft YaHei"/>
              </a:defRPr>
            </a:pPr>
            <a:r>
              <a:t>空气净化 + AI 闹钟 + 智能家居控制</a:t>
            </a:r>
          </a:p>
        </p:txBody>
      </p:sp>
      <p:pic>
        <p:nvPicPr>
          <p:cNvPr id="5" name="Picture 4" descr="ai-air-purifier-product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38912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4884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2D3741"/>
                </a:solidFill>
                <a:latin typeface="Microsoft YaHei"/>
              </a:defRPr>
            </a:pPr>
            <a:r>
              <a:t>让空气更清新，让醒来更自然。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用户痛点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室内空气质量不可见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普通净化器需要频繁手动调节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夜间运行噪音影响睡眠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普通闹钟无法结合空气环境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用户希望一个设备同时解决净化、睡眠和唤醒问题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面向卧室、客厅、儿童房和办公环境的智能健康设备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通过 AI 算法、空气传感器、智能闹钟和 App 控制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提供全天候室内空气管理体验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核心卖点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7922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AI 自动净化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自动判断空气质量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79" y="16459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1" y="17922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AI 闹钟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提前净化并柔和唤醒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19" y="16459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1" y="17922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睡眠友好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低噪音低亮度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3924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App 控制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远程管理设备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32461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1" y="33924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语音控制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自然语言操作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AI 净化逻辑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空气质量检测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AI 判断污染程度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自动调节风量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持续优化室内空气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空气恢复后自动降低风量、噪音和功耗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AI 闹钟场景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07:00 检测空气质量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07:10 自动开启净化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07:20 降低噪音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07:30 柔和唤醒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07:35 推送空气报告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App 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实时查看 PM2.5、温湿度、VOC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切换自动、睡眠、极速模式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设置 AI 闹钟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查看滤芯寿命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查看空气质量报告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家庭成员共享控制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产品结构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顶部出风口 / 高效离心风机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OLED 显示屏 / AI 主控板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PM2.5 与 VOC 传感器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H13 HEPA 复合滤芯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360° 环绕进风口 / 电源模块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7922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卧室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睡眠净化 + AI 闹钟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79" y="16459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1" y="17922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儿童房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空气监测 + 安静运行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19" y="16459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1" y="17922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客厅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大风量快速净化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392424"/>
            <a:ext cx="30083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082"/>
                </a:solidFill>
                <a:latin typeface="Microsoft YaHei"/>
              </a:defRPr>
            </a:pPr>
            <a:r>
              <a:t>办公室</a:t>
            </a:r>
          </a:p>
          <a:p>
            <a:pPr>
              <a:defRPr sz="1200">
                <a:solidFill>
                  <a:srgbClr val="464B50"/>
                </a:solidFill>
                <a:latin typeface="Microsoft YaHei"/>
              </a:defRPr>
            </a:pPr>
            <a:r>
              <a:t>定时净化 + 空气报告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5082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AI 智能空气净化器 Pro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一台设备，守护呼吸、睡眠与清晨</a:t>
            </a:r>
          </a:p>
          <a:p>
            <a:pPr>
              <a:spcAft>
                <a:spcPts val="900"/>
              </a:spcAft>
              <a:defRPr sz="2000">
                <a:solidFill>
                  <a:srgbClr val="2D3741"/>
                </a:solidFill>
                <a:latin typeface="Microsoft YaHei"/>
              </a:defRPr>
            </a:pPr>
            <a:r>
              <a:t>清新空气，智能唤醒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